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C: Verification (30 Marks)</a:t>
            </a:r>
          </a:p>
          <a:p/>
          <a:p>
            <a:r>
              <a:t>Key Points:</a:t>
            </a:r>
          </a:p>
          <a:p>
            <a:r>
              <a:t>1. Figure 2: Reference Topology - The target network configuration, showing the Router, Internal</a:t>
            </a:r>
          </a:p>
          <a:p>
            <a:r>
              <a:t>                    Network, and Security Boundaries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C9984A"/>
                </a:solidFill>
              </a:defRPr>
            </a:pPr>
            <a:r>
              <a:t>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Week 12: Capstone</a:t>
            </a:r>
          </a:p>
          <a:p>
            <a:r>
              <a:t>                        Project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C8C8"/>
                </a:solidFill>
              </a:defRPr>
            </a:pPr>
            <a:r>
              <a:t>OPS3 - Virtualization and Cloud Infrastructure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C9984A"/>
                </a:solidFill>
              </a:defRPr>
            </a:pPr>
            <a:r>
              <a:t>What You Will Learn This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6949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Understand 1. project overview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Understand 2. requirements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Understand 3. submission guidelines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Understand 4. grading rubric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9984A"/>
                </a:solidFill>
              </a:defRPr>
            </a:pPr>
            <a:r>
              <a:t>1. Project 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9984A"/>
                </a:solidFill>
              </a:defRPr>
            </a:pPr>
            <a:r>
              <a:t>2. Requirements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9984A"/>
                </a:solidFill>
              </a:defRPr>
            </a:pPr>
            <a:r>
              <a:t>Part A: Infrastructure (30 Marks)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9984A"/>
                </a:solidFill>
              </a:defRPr>
            </a:pPr>
            <a:r>
              <a:t>Part B: Deployment (40 Marks)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A4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9984A"/>
                </a:solidFill>
              </a:defRPr>
            </a:pPr>
            <a:r>
              <a:t>Part C: Verification (30 Marks)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Figure 2: Reference Topology - The target network configuration, showing the Router, Internal</a:t>
            </a:r>
            <a:br/>
            <a:r>
              <a:t>                    Network, and Security Boundaries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9984A"/>
                </a:solidFill>
              </a:defRPr>
            </a:pPr>
            <a:r>
              <a:t>Part D: Bonus Challenge (10 Marks - Extra Credit)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9984A"/>
                </a:solidFill>
              </a:defRPr>
            </a:pPr>
            <a:r>
              <a:t>3. Submission Guidelines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9984A"/>
                </a:solidFill>
              </a:defRPr>
            </a:pPr>
            <a:r>
              <a:t>4. Grading Rubric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ps3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581649" cy="548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9984A"/>
                </a:solidFill>
              </a:defRPr>
            </a:pPr>
            <a:r>
              <a:t>Summary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