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C: Verification (30 Marks)</a:t>
            </a:r>
          </a:p>
          <a:p/>
          <a:p>
            <a:r>
              <a:t>Key Points:</a:t>
            </a:r>
          </a:p>
          <a:p>
            <a:r>
              <a:t>1. Figure 2: Reference Topology - The target network configuration, showing the Router, Internal</a:t>
            </a:r>
          </a:p>
          <a:p>
            <a:r>
              <a:t>                    Network, and Security Boundaries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C9984A"/>
                </a:solidFill>
              </a:defRPr>
            </a:pPr>
            <a:r>
              <a:t>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Week 12: Capstone</a:t>
            </a:r>
          </a:p>
          <a:p>
            <a:r>
              <a:t>                        Project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8C8C8"/>
                </a:solidFill>
              </a:defRPr>
            </a:pPr>
            <a:r>
              <a:t>OPS3 - Virtualization and Cloud Infrastructure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1. Project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2. Requirements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Part A: Infrastructure (30 Marks)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Part B: Deployment (40 Marks)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C9984A"/>
                </a:solidFill>
              </a:defRPr>
            </a:pPr>
            <a:r>
              <a:t>Part C: Verification (30 Marks)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Figure 2: Reference Topology - The target network configuration, showing the Router, Internal</a:t>
            </a:r>
            <a:br/>
            <a:r>
              <a:t>                    Network, and Security Boundaries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Part D: Bonus Challenge (10 Marks - Extra Credit)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3. Submission Guidelines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4. Grading Rubric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ps3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"/>
            <a:ext cx="581649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84A"/>
                </a:solidFill>
              </a:defRPr>
            </a:pPr>
            <a:r>
              <a:t>Summary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