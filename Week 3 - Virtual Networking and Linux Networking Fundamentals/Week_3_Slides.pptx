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The Kernel Layer: ip (Runtime) (Part 1)</a:t>
            </a:r>
          </a:p>
          <a:p/>
          <a:p>
            <a:r>
              <a:t>Key Points:</a:t>
            </a:r>
          </a:p>
          <a:p>
            <a:r>
              <a:t>1. Speed: Changes happen instantly (microseconds).</a:t>
            </a:r>
          </a:p>
          <a:p>
            <a:r>
              <a:t>2. Scope: Changes affect the running system only.</a:t>
            </a:r>
          </a:p>
          <a:p>
            <a:r>
              <a:t>3. Risk: Changes are lost on reboot. If you restart the server, the kernel reloads, and your manual ip changes disappear.</a:t>
            </a:r>
          </a:p>
          <a:p>
            <a:r>
              <a:t>4. Link Status: ip link show (Displays MTU, MAC addresses, and UP/DOWN state).</a:t>
            </a:r>
          </a:p>
          <a:p>
            <a:r>
              <a:t>5. IP Addresses: ip addr show (Displays IPv4/IPv6 addresses attached to links).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The Kernel Layer: ip (Runtime) (Part 2)</a:t>
            </a:r>
          </a:p>
          <a:p/>
          <a:p>
            <a:r>
              <a:t>Key Points:</a:t>
            </a:r>
          </a:p>
          <a:p>
            <a:r>
              <a:t>1. Routing Table: ip route get 8.8.8.8 (Simulates a packet to 8.8.8.8 and tells you which interface and gateway would be used).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 The Configuration Layer: nmcli (Persistent)</a:t>
            </a:r>
          </a:p>
          <a:p/>
          <a:p>
            <a:r>
              <a:t>Key Points:</a:t>
            </a:r>
          </a:p>
          <a:p>
            <a:r>
              <a:t>1. Profiles: NetworkManager saves settings as "Connection Profiles" (saved in /etc/NetworkManager/system-connections/).</a:t>
            </a:r>
          </a:p>
          <a:p>
            <a:r>
              <a:t>2. Logic: It handles complex logic, like "connect to Wi-Fi X when available, otherwise fall back to Ethernet Y."</a:t>
            </a:r>
          </a:p>
          <a:p>
            <a:r>
              <a:t>3. Persistence: Changes made here are written to disk and survive reboots.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Checkpoint (Part 1)</a:t>
            </a:r>
          </a:p>
          <a:p/>
          <a:p>
            <a:r>
              <a:t>Key Points:</a:t>
            </a:r>
          </a:p>
          <a:p>
            <a:r>
              <a:t>1. ip commands are runtime only (lost on reboot).</a:t>
            </a:r>
          </a:p>
          <a:p>
            <a:r>
              <a:t>2. nmcli commands are persistent (saved to disk).</a:t>
            </a:r>
          </a:p>
          <a:p>
            <a:r>
              <a:t>3. Correct networking requires understanding both layers.</a:t>
            </a:r>
          </a:p>
          <a:p>
            <a:r>
              <a:t>4. Why did Linux move away from ifconfig?</a:t>
            </a:r>
          </a:p>
          <a:p>
            <a:r>
              <a:t>5. If you set an IP with ip addr add and then reboot, what happens?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Checkpoint (Part 2)</a:t>
            </a:r>
          </a:p>
          <a:p/>
          <a:p>
            <a:r>
              <a:t>Key Points:</a:t>
            </a:r>
          </a:p>
          <a:p>
            <a:r>
              <a:t>1. Red Hat: ip Command Cheat Sheet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"Tenant Problem"</a:t>
            </a:r>
          </a:p>
          <a:p/>
          <a:p>
            <a:r>
              <a:t>Key Points:</a:t>
            </a:r>
          </a:p>
          <a:p>
            <a:r>
              <a:t>1. To solve this, we use Namespaces.</a:t>
            </a:r>
          </a:p>
          <a:p>
            <a:r>
              <a:t>2. A Network Namespace is like a parallel universe for networking.</a:t>
            </a:r>
          </a:p>
          <a:p>
            <a:r>
              <a:t>3. It partitions the kernel's network structures.</a:t>
            </a:r>
          </a:p>
          <a:p>
            <a:r>
              <a:t>4. Inside a namespace, you have a completely independent set of interfaces, routes, and firewall rules.</a:t>
            </a:r>
          </a:p>
          <a:p>
            <a:r>
              <a:t>5. Customer A lives in Namespace A, and Customer B lives in Namespace B.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Hands-On Example</a:t>
            </a:r>
          </a:p>
          <a:p/>
          <a:p>
            <a:r>
              <a:t>Key Points:</a:t>
            </a:r>
          </a:p>
          <a:p>
            <a:r>
              <a:t>1. We will create a "sandbox" namespace to demonstrate this total isolation.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 (Part 1)</a:t>
            </a:r>
          </a:p>
          <a:p/>
          <a:p>
            <a:r>
              <a:t>Key Points:</a:t>
            </a:r>
          </a:p>
          <a:p>
            <a:r>
              <a:t>1. Namespaces isolate network stacks (interfaces, routes, firewalls).</a:t>
            </a:r>
          </a:p>
          <a:p>
            <a:r>
              <a:t>2. They solve the "Multi-Tenant" problem (overlapping IPs).</a:t>
            </a:r>
          </a:p>
          <a:p>
            <a:r>
              <a:t>3. They are the foundation of all Container technology.</a:t>
            </a:r>
          </a:p>
          <a:p>
            <a:r>
              <a:t>4. Can a process in Namespace A see the network traffic of Namespace B?</a:t>
            </a:r>
          </a:p>
          <a:p>
            <a:r>
              <a:t>5. How does this isolation improve security in a cloud environment?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 (Part 2)</a:t>
            </a:r>
          </a:p>
          <a:p/>
          <a:p>
            <a:r>
              <a:t>Key Points:</a:t>
            </a:r>
          </a:p>
          <a:p>
            <a:r>
              <a:t>1. Introduction to Linux Namespaces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The Virtual Cable (veth)</a:t>
            </a:r>
          </a:p>
          <a:p/>
          <a:p>
            <a:r>
              <a:t>Key Points:</a:t>
            </a:r>
          </a:p>
          <a:p>
            <a:r>
              <a:t>1. You cannot plug a physical Ethernet cable into a software namespace.</a:t>
            </a:r>
          </a:p>
          <a:p>
            <a:r>
              <a:t>2. Instead, Linux provides the Virtual Ethernet (veth) device.</a:t>
            </a:r>
          </a:p>
          <a:p>
            <a:r>
              <a:t>3. A veth pair is always created as two connected interfaces—a "pipe." Packets sent into Interface A instantly arrive at Interface B, and vice versa.</a:t>
            </a:r>
          </a:p>
          <a:p>
            <a:r>
              <a:t>4. This allows us to tunnel traffic from the Global Host namespace into the isolated "sandbox" namespace.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The Virtual Switch (bridge) (Part 1)</a:t>
            </a:r>
          </a:p>
          <a:p/>
          <a:p>
            <a:r>
              <a:t>Key Points:</a:t>
            </a:r>
          </a:p>
          <a:p>
            <a:r>
              <a:t>1. Connecting two points with a veth is easy.</a:t>
            </a:r>
          </a:p>
          <a:p>
            <a:r>
              <a:t>2. But what if you have 50 Containers?</a:t>
            </a:r>
          </a:p>
          <a:p>
            <a:r>
              <a:t>3. You cannot create a mesh of cables between every single one.</a:t>
            </a:r>
          </a:p>
          <a:p>
            <a:r>
              <a:t>4. You need a device to connect them all to a central point.</a:t>
            </a:r>
          </a:p>
          <a:p>
            <a:r>
              <a:t>5. A Linux Bridge is a software implementation of a standard Ethernet Switch.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The Virtual Switch (bridge) (Part 2)</a:t>
            </a:r>
          </a:p>
          <a:p/>
          <a:p>
            <a:r>
              <a:t>Key Points:</a:t>
            </a:r>
          </a:p>
          <a:p>
            <a:r>
              <a:t>1. MAC Learning: The bridge listens to incoming frames. If it sees a packet from MAC AA:BB:CC coming from Port 1, it records this in a table.</a:t>
            </a:r>
          </a:p>
          <a:p>
            <a:r>
              <a:t>2. Forwarding: If it later receives a packet destined for AA:BB:CC, it looks up the table and sends it only to Port 1. This reduces traffic congestion compared to a "Hub" which broadcasts everything.</a:t>
            </a:r>
          </a:p>
          <a:p>
            <a:r>
              <a:t>3. Containers: Use veth pairs (as discussed in 3.1).</a:t>
            </a:r>
          </a:p>
          <a:p>
            <a:r>
              <a:t>4. Virtual Machines: Use TAP Interfaces. A tap device simulates an Ethernet device at Layer 2. QEMU/KVM creates a tap interface (e.g., tap100i0) for the VM, and the other end connects to the Bridge. This allows the VM to send raw Ethernet frames onto the switch.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 (Part 1)</a:t>
            </a:r>
          </a:p>
          <a:p/>
          <a:p>
            <a:r>
              <a:t>Key Points:</a:t>
            </a:r>
          </a:p>
          <a:p>
            <a:r>
              <a:t>1. veth pairs act as virtual cables connecting namespaces.</a:t>
            </a:r>
          </a:p>
          <a:p>
            <a:r>
              <a:t>2. Linux Bridges act as virtual switches, forwarding frames based on MAC addresses.</a:t>
            </a:r>
          </a:p>
          <a:p>
            <a:r>
              <a:t>3. We can build complex topologies entirely in software.</a:t>
            </a:r>
          </a:p>
          <a:p>
            <a:r>
              <a:t>4. If you forget to "plug" the veth into the bridge (master br0), what happens?</a:t>
            </a:r>
          </a:p>
          <a:p>
            <a:r>
              <a:t>5. Why do we need two ends to a veth pair?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 (Part 2)</a:t>
            </a:r>
          </a:p>
          <a:p/>
          <a:p>
            <a:r>
              <a:t>Key Points:</a:t>
            </a:r>
          </a:p>
          <a:p>
            <a:r>
              <a:t>1. Linux Bridge Command Help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Docker (The Standard Bridge)</a:t>
            </a:r>
          </a:p>
          <a:p/>
          <a:p>
            <a:r>
              <a:t>Key Points:</a:t>
            </a:r>
          </a:p>
          <a:p>
            <a:r>
              <a:t>1. The Bridge: docker0 (Usually 172.17.0.1/16).</a:t>
            </a:r>
          </a:p>
          <a:p>
            <a:r>
              <a:t>2. The Veth: Every time you run docker run, Docker creates a veth pair. One end sits on the host (plugged into docker0), the other sits inside the container.</a:t>
            </a:r>
          </a:p>
          <a:p>
            <a:r>
              <a:t>3. The Namespace: The container is just a process running inside a network namespace.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Podman (Rootless Networking)</a:t>
            </a:r>
          </a:p>
          <a:p/>
          <a:p>
            <a:r>
              <a:t>Key Points:</a:t>
            </a:r>
          </a:p>
          <a:p>
            <a:r>
              <a:t>1. slirp4netns: Podman uses a User-Space networking stack. It "slurps" traffic from the host interface and pipes it into the container namespace without touching the kernel's actual bridge settings.</a:t>
            </a:r>
          </a:p>
          <a:p>
            <a:r>
              <a:t>2. Performance: Slightly slower than Docker's bridge, but much more secure.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LXC (System Containers)</a:t>
            </a:r>
          </a:p>
          <a:p/>
          <a:p>
            <a:r>
              <a:t>Key Points:</a:t>
            </a:r>
          </a:p>
          <a:p>
            <a:r>
              <a:t>1. Unlike Docker, LXC networking is defined in a config file. By default, it connects to lxcbr0 and requests an IP via DHCP, just like a physical computer would.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1)</a:t>
            </a:r>
          </a:p>
          <a:p/>
          <a:p>
            <a:r>
              <a:t>Key Points:</a:t>
            </a:r>
          </a:p>
          <a:p>
            <a:r>
              <a:t>1. Docker automates the creation of Bridges (docker0) and Veth pairs.</a:t>
            </a:r>
          </a:p>
          <a:p>
            <a:r>
              <a:t>2. Podman uses slirp4netns for rootless, secure networking.</a:t>
            </a:r>
          </a:p>
          <a:p>
            <a:r>
              <a:t>3. LXC behaves more like traditional VMs on the network.</a:t>
            </a:r>
          </a:p>
          <a:p>
            <a:r>
              <a:t>4. Why is "Rootless" networking considered more secure?</a:t>
            </a:r>
          </a:p>
          <a:p>
            <a:r>
              <a:t>5. How does docker network create simplify what we did in Section 3?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2)</a:t>
            </a:r>
          </a:p>
          <a:p/>
          <a:p>
            <a:r>
              <a:t>Key Points:</a:t>
            </a:r>
          </a:p>
          <a:p>
            <a:r>
              <a:t>1. Docker Networking Overview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 Link Aggregation (Bonding/LACP)</a:t>
            </a:r>
          </a:p>
          <a:p/>
          <a:p>
            <a:r>
              <a:t>Key Points:</a:t>
            </a:r>
          </a:p>
          <a:p>
            <a:r>
              <a:t>1. Mode 1 (Active-Backup): Only one cable is used. If it fails, the traffic flips to the second cable. Simple, but wastes 50% bandwidth.</a:t>
            </a:r>
          </a:p>
          <a:p>
            <a:r>
              <a:t>2. Mode 4 (802.3ad LACP): The Gold Standard. The server and switch communicate to balance traffic across both cables simultaneously. You get double the speed and redundancy.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 IP Forwarding &amp; Routing</a:t>
            </a:r>
          </a:p>
          <a:p/>
          <a:p>
            <a:r>
              <a:t>Key Points:</a:t>
            </a:r>
          </a:p>
          <a:p>
            <a:r>
              <a:t>1. A Linux server usually behaves like an End Host—it consumes packets sent to it and ignores the rest. However, in virtualization (specifically NAT Mode), the Linux host must act as a Router. It needs to accept packets from VMs and forward them to the Internet.</a:t>
            </a:r>
          </a:p>
          <a:p>
            <a:r>
              <a:t>2. To do this, we must toggle a specialized kernel parameter: ip_forward. We also need to manipulate the Routing Table to tell the kernel where networks live.</a:t>
            </a:r>
          </a:p>
          <a:p>
            <a:r>
              <a:t>3. Commands: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5.3 The Linux Firewall (iptables) (Part 1)</a:t>
            </a:r>
          </a:p>
          <a:p/>
          <a:p>
            <a:r>
              <a:t>Key Points:</a:t>
            </a:r>
          </a:p>
          <a:p>
            <a:r>
              <a:t>1. Security in the cloud isn't just about an external firewall appliance.</a:t>
            </a:r>
          </a:p>
          <a:p>
            <a:r>
              <a:t>2. Every Linux kernel has a built-in firewall called Netfilter.</a:t>
            </a:r>
          </a:p>
          <a:p>
            <a:r>
              <a:t>3. We manipulate it using iptables.</a:t>
            </a:r>
          </a:p>
          <a:p>
            <a:r>
              <a:t>4. It processes packets in "Chains":</a:t>
            </a:r>
          </a:p>
          <a:p>
            <a:r>
              <a:t>1.</a:t>
            </a:r>
          </a:p>
          <a:p>
            <a:r>
              <a:t>5. INPUT: Filters traffic destined for the localhost.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5.3 The Linux Firewall (iptables) (Part 2)</a:t>
            </a:r>
          </a:p>
          <a:p/>
          <a:p>
            <a:r>
              <a:t>Key Points:</a:t>
            </a:r>
          </a:p>
          <a:p>
            <a:r>
              <a:t>1. RHEL/CentOS/Fedora: Use firewalld. It organizes rules into "Zones" (Public, Home, Work).</a:t>
            </a:r>
          </a:p>
          <a:p>
            <a:r>
              <a:t>2. Debian/Ubuntu: Often use ufw (Uncomplicated Firewall).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5.4 Network Reconnaissance (ss &amp; nmap)</a:t>
            </a:r>
          </a:p>
          <a:p/>
          <a:p>
            <a:r>
              <a:t>Key Points:</a:t>
            </a:r>
          </a:p>
          <a:p>
            <a:r>
              <a:t>1. Before you can analyze traffic, you often need to know what ports are open or who is listening.</a:t>
            </a:r>
          </a:p>
          <a:p>
            <a:r>
              <a:t>2. Socket Statistics (ss)</a:t>
            </a:r>
          </a:p>
          <a:p>
            <a:r>
              <a:t>ss is the modern replacement for the deprecated netstat. It allows you to see which processes on your server are listening for connections.</a:t>
            </a:r>
          </a:p>
          <a:p>
            <a:r>
              <a:t>3. Network Mapper (nmap)</a:t>
            </a:r>
          </a:p>
          <a:p>
            <a:r>
              <a:t>nmap is the industry standard for network discovery. Unlike ss (which looks locally), nmap allows you to scan remote servers to see what they are exposing.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5.5 Traffic Analysis (tcpdump)</a:t>
            </a:r>
          </a:p>
          <a:p/>
          <a:p>
            <a:r>
              <a:t>Key Points:</a:t>
            </a:r>
          </a:p>
          <a:p>
            <a:r>
              <a:t>1. When networking breaks, it often fails silently. A firewall drops a packet without an error message. A route sends traffic into a black hole. To fix this, we need Packet Capture.</a:t>
            </a:r>
          </a:p>
          <a:p>
            <a:r>
              <a:t>2. tcpdump is the CLI version of Wireshark. It puts the network card into "Promiscuous Mode," allowing it to see every packet on the wire, not just those addressed to it.</a:t>
            </a:r>
          </a:p>
          <a:p>
            <a:r>
              <a:t>3. Commands: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Checkpoint (Part 1)</a:t>
            </a:r>
          </a:p>
          <a:p/>
          <a:p>
            <a:r>
              <a:t>Key Points:</a:t>
            </a:r>
          </a:p>
          <a:p>
            <a:r>
              <a:t>1. Bonding aggregates links for redundancy (Active/Backup) or speed (LACP).</a:t>
            </a:r>
          </a:p>
          <a:p>
            <a:r>
              <a:t>2. Routing allows a Linux host to act as a Gateway.</a:t>
            </a:r>
          </a:p>
          <a:p>
            <a:r>
              <a:t>3. IPTables controls traffic flow (Input, Output, Forward).</a:t>
            </a:r>
          </a:p>
          <a:p>
            <a:r>
              <a:t>4. SS/Nmap allow you to discover open ports and listening services.</a:t>
            </a:r>
          </a:p>
          <a:p>
            <a:r>
              <a:t>5. Tcpdump allows us to see the actual packets on the wire.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Checkpoint (Part 2)</a:t>
            </a:r>
          </a:p>
          <a:p/>
          <a:p>
            <a:r>
              <a:t>Key Points:</a:t>
            </a:r>
          </a:p>
          <a:p>
            <a:r>
              <a:t>1. If you have a Bond with 2 cables and one is cut, does the server go offline?</a:t>
            </a:r>
          </a:p>
          <a:p>
            <a:r>
              <a:t>2. Why do we need ip_forward=1 for NAT?</a:t>
            </a:r>
          </a:p>
          <a:p>
            <a:r>
              <a:t>3. Tcpdump 101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6.1 Architecture: Control Plane vs. Data Plane</a:t>
            </a:r>
          </a:p>
          <a:p/>
          <a:p>
            <a:r>
              <a:t>Key Points:</a:t>
            </a:r>
          </a:p>
          <a:p>
            <a:r>
              <a:t>1. Unlike a physical dumb switch, OVS is split into two parts:</a:t>
            </a:r>
          </a:p>
          <a:p>
            <a:r>
              <a:t>1.</a:t>
            </a:r>
          </a:p>
          <a:p>
            <a:r>
              <a:t>2. Userspace (Control Plane): ovs-vswitchd and ovsdb-server handle the database and logic.</a:t>
            </a:r>
          </a:p>
          <a:p>
            <a:r>
              <a:t>3. This is where you configure "Flows" and "Ports".</a:t>
            </a:r>
          </a:p>
          <a:p>
            <a:r>
              <a:t>4. 2.</a:t>
            </a:r>
          </a:p>
          <a:p>
            <a:r>
              <a:t>5. Kernel Module (Data Plane): This handles the actual packet switching at wire speed.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6.2 Installing OVS</a:t>
            </a:r>
          </a:p>
          <a:p/>
          <a:p>
            <a:r>
              <a:t>Key Points:</a:t>
            </a:r>
          </a:p>
          <a:p>
            <a:r>
              <a:t>1. Unlike the standard bridge, OVS is not always installed by default.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 The Power of Flows</a:t>
            </a:r>
          </a:p>
          <a:p/>
          <a:p>
            <a:r>
              <a:t>Key Points:</a:t>
            </a:r>
          </a:p>
          <a:p>
            <a:r>
              <a:t>1. Linux Bridge: Cannot do this natively (needs complex iptables).</a:t>
            </a:r>
          </a:p>
          <a:p>
            <a:r>
              <a:t>2. OVS: One simple command.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6.4 SDN Controller Integration</a:t>
            </a:r>
          </a:p>
          <a:p/>
          <a:p>
            <a:r>
              <a:t>Key Points:</a:t>
            </a:r>
          </a:p>
          <a:p>
            <a:r>
              <a:t>1. OVS is designed to be controlled remotely by an SDN Controller (like OpenDaylight or ONOS). This allows a central brain to program the switches across the entire datacenter.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Checkpoint (Part 1)</a:t>
            </a:r>
          </a:p>
          <a:p/>
          <a:p>
            <a:r>
              <a:t>Key Points:</a:t>
            </a:r>
          </a:p>
          <a:p>
            <a:r>
              <a:t>1. OVS is a programmable, carrier-grade virtual switch.</a:t>
            </a:r>
          </a:p>
          <a:p>
            <a:r>
              <a:t>2. It separates the Control Plane (Logic) from the Data Plane (Forwarding).</a:t>
            </a:r>
          </a:p>
          <a:p>
            <a:r>
              <a:t>3. It uses "Flows" instead of just MAC tables, allowing for complex logic (Drop IP X, Redirect Port Y).</a:t>
            </a:r>
          </a:p>
          <a:p>
            <a:r>
              <a:t>4. How does OVS differ from a standard Linux Bridge?</a:t>
            </a:r>
          </a:p>
          <a:p>
            <a:r>
              <a:t>5. What is the role of an SDN Controller?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Checkpoint (Part 2)</a:t>
            </a:r>
          </a:p>
          <a:p/>
          <a:p>
            <a:r>
              <a:t>Key Points:</a:t>
            </a:r>
          </a:p>
          <a:p>
            <a:r>
              <a:t>1. Open vSwitch Crash Course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7.1 Networking Modes</a:t>
            </a:r>
          </a:p>
          <a:p/>
          <a:p>
            <a:r>
              <a:t>Key Points:</a:t>
            </a:r>
          </a:p>
          <a:p>
            <a:r>
              <a:t>1. DHCP: The VM sends a broadcast DISCOVER packet. It traverses the bridge, hits the physical wire, and reaches your office router. The router assigns an IP directly to the VM.</a:t>
            </a:r>
          </a:p>
          <a:p>
            <a:r>
              <a:t>2. Visibility: Every device on your LAN can ping the VM.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Checkpoint (Part 1)</a:t>
            </a:r>
          </a:p>
          <a:p/>
          <a:p>
            <a:r>
              <a:t>Key Points:</a:t>
            </a:r>
          </a:p>
          <a:p>
            <a:r>
              <a:t>1. Proxmox uses standard Linux Bridges and IPTables underneath the GUI.</a:t>
            </a:r>
          </a:p>
          <a:p>
            <a:r>
              <a:t>2. Bridged Mode: VM is on the LAN. Simplest.</a:t>
            </a:r>
          </a:p>
          <a:p>
            <a:r>
              <a:t>3. NAT Mode: VM is hidden behind the Host. Requires Masquerading.</a:t>
            </a:r>
          </a:p>
          <a:p>
            <a:r>
              <a:t>4. VLANs: Isolate traffic on the same physical wire using Tags.</a:t>
            </a:r>
          </a:p>
          <a:p>
            <a:r>
              <a:t>5. If you are in a Data Center with only 1 Public IP, which mode MUST you use?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Checkpoint (Part 2)</a:t>
            </a:r>
          </a:p>
          <a:p/>
          <a:p>
            <a:r>
              <a:t>Key Points:</a:t>
            </a:r>
          </a:p>
          <a:p>
            <a:r>
              <a:t>1. How does a switch know which VLAN a packet belongs to?</a:t>
            </a:r>
          </a:p>
          <a:p>
            <a:r>
              <a:t>2. Proxmox Network Model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984A"/>
                </a:solidFill>
              </a:defRPr>
            </a:pPr>
            <a: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Virtual Networking and Linux Networking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OPS3 - Virtualization and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Welcome to Week 3!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What You'll Learn This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1. Runtime vs. Persistent Networking (ip vs nmcli)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1.1 The Kernel Layer: ip (Runtime)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Speed: Changes happen instantly (microseconds).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Scope: Changes affect the running system only.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Risk: Changes are lost on reboot. If you restart the server, the kernel reloads, and your manual ip changes disappear.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Link Status: ip link show (Displays MTU, MAC addresses, and UP/DOWN state).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IP Addresses: ip addr show (Displays IPv4/IPv6 addresses attached to links).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1.1 The Kernel Layer: ip (Runtime)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Routing Table: ip route get 8.8.8.8 (Simulates a packet to 8.8.8.8 and tells you which interface and gateway would be used).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1.2 The Configuration Layer: nmcli (Persistent)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Profiles: NetworkManager saves settings as "Connection Profiles" (saved in /etc/NetworkManager/system-connections/).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Logic: It handles complex logic, like "connect to Wi-Fi X when available, otherwise fall back to Ethernet Y."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Persistence: Changes made here are written to disk and survive reboots.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1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ip commands are runtime only (lost on reboot).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nmcli commands are persistent (saved to disk).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Correct networking requires understanding both layers.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did Linux move away from ifconfig?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set an IP with ip addr add and then reboot, what happens?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1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Red Hat: ip Command Cheat Sheet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2. Network Namespaces (The "Containers" of Networking)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"Tenant Problem"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solve this, we use Namespaces.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 Network Namespace is like a parallel universe for networking.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partitions the kernel's network structures.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Inside a namespace, you have a completely independent set of interfaces, routes, and firewall rules.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Customer A lives in Namespace A, and Customer B lives in Namespace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Hands-On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will create a "sandbox" namespace to demonstrate this total isolation.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Namespaces isolate network stacks (interfaces, routes, firewalls).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They solve the "Multi-Tenant" problem (overlapping IPs).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They are the foundation of all Container technology.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Can a process in Namespace A see the network traffic of Namespace B?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this isolation improve security in a cloud environment?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Introduction to Linux Namespaces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3. Connecting the Dots: Veth Pairs and Bridges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3.1 The Virtual Cable (veth)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You cannot plug a physical Ethernet cable into a software namespace.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Instead, Linux provides the Virtual Ethernet (veth) device.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 veth pair is always created as two connected interfaces—a "pipe." Packets sent into Interface A instantly arrive at Interface B, and vice versa.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allows us to tunnel traffic from the Global Host namespace into the isolated "sandbox" namespace.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3.2 The Virtual Switch (bridge)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Connecting two points with a veth is easy.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But what if you have 50 Containers?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You cannot create a mesh of cables between every single one.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You need a device to connect them all to a central point.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 Linux Bridge is a software implementation of a standard Ethernet Switch.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3.2 The Virtual Switch (bridge)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MAC Learning: The bridge listens to incoming frames. If it sees a packet from MAC AA:BB:CC coming from Port 1, it records this in a table.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Forwarding: If it later receives a packet destined for AA:BB:CC, it looks up the table and sends it only to Port 1. This reduces traffic congestion compared to a "Hub" which broadcasts everything.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Containers: Use veth pairs (as discussed in 3.1).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Virtual Machines: Use TAP Interfaces. A tap device simulates an Ethernet device at Layer 2. QEMU/KVM creates a tap interface (e.g., tap100i0) for the VM, and the other end connects to the Bridge. This allows the VM to send raw Ethernet frames onto the switch.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veth pairs act as virtual cables connecting namespaces.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Linux Bridges act as virtual switches, forwarding frames based on MAC addresses.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can build complex topologies entirely in software.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forget to "plug" the veth into the bridge (master br0), what happens?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do we need two ends to a veth pair?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Linux Bridge Command Help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Container Networking in Practice (Docker, Podman, LXC)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4.1 Docker (The Standard Bridge)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Bridge: docker0 (Usually 172.17.0.1/16).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Veth: Every time you run docker run, Docker creates a veth pair. One end sits on the host (plugged into docker0), the other sits inside the container.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Namespace: The container is just a process running inside a network namespace.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4.2 Podman (Rootless Networking)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slirp4netns: Podman uses a User-Space networking stack. It "slurps" traffic from the host interface and pipes it into the container namespace without touching the kernel's actual bridge settings.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Performance: Slightly slower than Docker's bridge, but much more secure.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4.3 LXC (System Containers)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Docker, LXC networking is defined in a config file. By default, it connects to lxcbr0 and requests an IP via DHCP, just like a physical computer would.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Docker automates the creation of Bridges (docker0) and Veth pairs.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Podman uses slirp4netns for rootless, secure networking.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LXC behaves more like traditional VMs on the network.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is "Rootless" networking considered more secure?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docker network create simplify what we did in Section 3?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Docker Networking 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5. Advanced Linux Operations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5.1 Link Aggregation (Bonding/LACP)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Mode 1 (Active-Backup): Only one cable is used. If it fails, the traffic flips to the second cable. Simple, but wastes 50% bandwidth.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Mode 4 (802.3ad LACP): The Gold Standard. The server and switch communicate to balance traffic across both cables simultaneously. You get double the speed and redundancy.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 IP Forwarding &amp;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 Linux server usually behaves like an End Host—it consumes packets sent to it and ignores the rest. However, in virtualization (specifically NAT Mode), the Linux host must act as a Router. It needs to accept packets from VMs and forward them to the Internet.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do this, we must toggle a specialized kernel parameter: ip_forward. We also need to manipulate the Routing Table to tell the kernel where networks live.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Commands: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5.3 The Linux Firewall (iptables)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Security in the cloud isn't just about an external firewall appliance.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Every Linux kernel has a built-in firewall called Netfilter.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manipulate it using iptables.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processes packets in "Chains":</a:t>
            </a:r>
            <a:br/>
            <a:r>
              <a:t>1.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INPUT: Filters traffic destined for the localhost.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5.3 The Linux Firewall (iptables)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RHEL/CentOS/Fedora: Use firewalld. It organizes rules into "Zones" (Public, Home, Work).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Debian/Ubuntu: Often use ufw (Uncomplicated Firewall).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5.4 Network Reconnaissance (ss &amp; nmap)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Before you can analyze traffic, you often need to know what ports are open or who is listening.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Socket Statistics (ss)</a:t>
            </a:r>
            <a:br/>
            <a:r>
              <a:t>ss is the modern replacement for the deprecated netstat. It allows you to see which processes on your server are listening for connections.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Network Mapper (nmap)</a:t>
            </a:r>
            <a:br/>
            <a:r>
              <a:t>nmap is the industry standard for network discovery. Unlike ss (which looks locally), nmap allows you to scan remote servers to see what they are exposing.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5.5 Traffic Analysis (tcpdump)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networking breaks, it often fails silently. A firewall drops a packet without an error message. A route sends traffic into a black hole. To fix this, we need Packet Capture.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tcpdump is the CLI version of Wireshark. It puts the network card into "Promiscuous Mode," allowing it to see every packet on the wire, not just those addressed to it.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Commands: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5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Bonding aggregates links for redundancy (Active/Backup) or speed (LACP).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Routing allows a Linux host to act as a Gateway.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IPTables controls traffic flow (Input, Output, Forward).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SS/Nmap allow you to discover open ports and listening services.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Tcpdump allows us to see the actual packets on the wire.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5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have a Bond with 2 cables and one is cut, does the server go offline?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do we need ip_forward=1 for NAT?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Tcpdump 101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6. Open vSwitch (OVS): The Cloud Switch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6.1 Architecture: Control Plane vs. Data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a physical dumb switch, OVS is split into two parts:</a:t>
            </a:r>
            <a:br/>
            <a:r>
              <a:t>1.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Userspace (Control Plane): ovs-vswitchd and ovsdb-server handle the database and logic.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is where you configure "Flows" and "Ports".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2.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Kernel Module (Data Plane): This handles the actual packet switching at wire speed.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6.2 Installing OVS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the standard bridge, OVS is not always installed by default.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6.3 The Power of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Linux Bridge: Cannot do this natively (needs complex iptables).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OVS: One simple command.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6.4 SDN Controller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OVS is designed to be controlled remotely by an SDN Controller (like OpenDaylight or ONOS). This allows a central brain to program the switches across the entire datacenter.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6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OVS is a programmable, carrier-grade virtual switch.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separates the Control Plane (Logic) from the Data Plane (Forwarding).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uses "Flows" instead of just MAC tables, allowing for complex logic (Drop IP X, Redirect Port Y).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OVS differ from a standard Linux Bridge?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What is the role of an SDN Controller?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6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 vSwitch Crash Course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7. Proxmox Networking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7.1 Networking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DHCP: The VM sends a broadcast DISCOVER packet. It traverses the bridge, hits the physical wire, and reaches your office router. The router assigns an IP directly to the VM.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Visibility: Every device on your LAN can ping the VM.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7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Proxmox uses standard Linux Bridges and IPTables underneath the GUI.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Bridged Mode: VM is on the LAN. Simplest.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NAT Mode: VM is hidden behind the Host. Requires Masquerading.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VLANs: Isolate traffic on the same physical wire using Tags.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you are in a Data Center with only 1 Public IP, which mode MUST you use?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7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a switch know which VLAN a packet belongs to?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Proxmox Network Model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8. Additional Resources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9. Lab Exercises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